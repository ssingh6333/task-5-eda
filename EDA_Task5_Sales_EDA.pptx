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Exploratory Data Analysis (EDA) on Sales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By: Koshika Agarwal</a:t>
            </a:r>
          </a:p>
          <a:p>
            <a:r>
              <a:t>Data Analyst Intern</a:t>
            </a:r>
          </a:p>
          <a:p>
            <a:r>
              <a:t>Tools: Python, Pandas, Matplotlib,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perform Exploratory Data Analysis (EDA) on sales data to find patterns, trends, and insights using Python.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Rows: 100</a:t>
            </a:r>
          </a:p>
          <a:p>
            <a:r>
              <a:t>• Columns: 9</a:t>
            </a:r>
          </a:p>
          <a:p>
            <a:r>
              <a:t>• Key Columns: ProductList, Quant, PriceItem, TotalAmount, CustomerName, OrderDate</a:t>
            </a:r>
          </a:p>
          <a:p>
            <a:r>
              <a:t>• Missing Values: None</a:t>
            </a:r>
          </a:p>
          <a:p>
            <a:r>
              <a:t>• Duplicate Columns Removed: CusName, Total Amount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Cleaning</a:t>
            </a:r>
          </a:p>
          <a:p>
            <a:r>
              <a:t>2. Summary Statistics</a:t>
            </a:r>
          </a:p>
          <a:p>
            <a:r>
              <a:t>3. Univariate Analysis</a:t>
            </a:r>
          </a:p>
          <a:p>
            <a:r>
              <a:t>4. Bivariate Analysis</a:t>
            </a:r>
          </a:p>
          <a:p>
            <a:r>
              <a:t>5. Correlation Analysis</a:t>
            </a:r>
          </a:p>
          <a:p>
            <a:r>
              <a:t>6. Insights &amp; Findings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Visuals &amp; Insights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Product vs Quantity Sold → Laptops and Mobiles have highest sales volume.</a:t>
            </a:r>
          </a:p>
          <a:p>
            <a:r>
              <a:t>• Customer Order Frequency → Few customers (Vikas, Rahul) make multiple purchases — loyal buyers.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Visuals &amp; Insights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Price vs Quantity Sold → Higher prices lead to fewer sales (price sensitivity).</a:t>
            </a:r>
          </a:p>
          <a:p>
            <a:r>
              <a:t>• Outlier Detection → Few orders show very high total values — bulk or premium orders.</a:t>
            </a:r>
          </a:p>
          <a:p>
            <a:r>
              <a:t>• Price vs Total Sales Value → Strong positive correlation between PriceItem and TotalAmount.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Top-selling products: Laptop, Mobile</a:t>
            </a:r>
          </a:p>
          <a:p>
            <a:r>
              <a:t>• Loyal customers drive most sales</a:t>
            </a:r>
          </a:p>
          <a:p>
            <a:r>
              <a:t>• Positive correlation between price and total value</a:t>
            </a:r>
          </a:p>
          <a:p>
            <a:r>
              <a:t>• Average Order Value: Shown in code output</a:t>
            </a:r>
          </a:p>
          <a:p>
            <a:r>
              <a:t>• Few high-value transactions skew overall sales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sales dataset shows a healthy pattern of repeat customers and high-value transactions.</a:t>
            </a:r>
          </a:p>
          <a:p>
            <a:r>
              <a:t>Insights from this EDA can help optimize marketing, stock management, and customer retention strategies.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Pandas – Data manipulation</a:t>
            </a:r>
          </a:p>
          <a:p>
            <a:r>
              <a:t>• NumPy – Numerical operations</a:t>
            </a:r>
          </a:p>
          <a:p>
            <a:r>
              <a:t>• Matplotlib – Visualization</a:t>
            </a:r>
          </a:p>
          <a:p>
            <a:r>
              <a:t>• Seaborn – Visualization</a:t>
            </a:r>
          </a:p>
          <a:p>
            <a:r>
              <a:t>• Jupyter/VS Code – Execution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Add your GitHub link here (with code, dataset, and README).</a:t>
            </a:r>
          </a:p>
          <a:p>
            <a:r>
              <a:rPr dirty="0"/>
              <a:t>Example:</a:t>
            </a:r>
            <a:r>
              <a:rPr lang="en-IN" dirty="0"/>
              <a:t>https://github.com/koshikaagarwal/Task-5-EDA/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340</Words>
  <Application>Microsoft Office PowerPoint</Application>
  <PresentationFormat>On-screen Show (4:3)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Exploratory Data Analysis (EDA) on Sales Data</vt:lpstr>
      <vt:lpstr>Objective</vt:lpstr>
      <vt:lpstr>Dataset Overview</vt:lpstr>
      <vt:lpstr>EDA Process</vt:lpstr>
      <vt:lpstr>Key Visuals &amp; Insights (Part 1)</vt:lpstr>
      <vt:lpstr>Key Visuals &amp; Insights (Part 2)</vt:lpstr>
      <vt:lpstr>Summary of Insights</vt:lpstr>
      <vt:lpstr>Conclusion</vt:lpstr>
      <vt:lpstr>Tools Used</vt:lpstr>
      <vt:lpstr>GitHub Repository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koshiii599@gmail.com</cp:lastModifiedBy>
  <cp:revision>3</cp:revision>
  <dcterms:created xsi:type="dcterms:W3CDTF">2013-01-27T09:14:16Z</dcterms:created>
  <dcterms:modified xsi:type="dcterms:W3CDTF">2025-11-07T11:27:03Z</dcterms:modified>
  <cp:category/>
</cp:coreProperties>
</file>